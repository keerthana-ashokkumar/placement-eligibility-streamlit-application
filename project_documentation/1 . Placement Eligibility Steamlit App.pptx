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22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A9008-3AFC-45D0-8BEB-8502498DCAA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3DEF2-E600-4A11-9934-53CB7388A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53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3DEF2-E600-4A11-9934-53CB7388AEC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37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3DEF2-E600-4A11-9934-53CB7388AEC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734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3DEF2-E600-4A11-9934-53CB7388AEC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109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3DEF2-E600-4A11-9934-53CB7388AEC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10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A40A-DE94-1676-2FB0-CB1CE0249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8BC63-C060-CDCA-1C60-A1232ACDF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17C94-9001-50EA-02C8-951DC178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22CC6-345B-826C-0058-319D0057F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E0923-224B-9A0F-E266-5D086F83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37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7524C-52F4-975C-57D0-EC8E43E8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32879-3FE3-935C-E1CE-1696624F3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19F9F-AA35-F6CC-2778-F8B12ECD1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2016F-3219-770F-215F-890688F92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9978F-8F9B-E383-627C-44290C8D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04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BE026-C4F4-9923-A8FE-BFC85430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2656B-7760-F0E6-502F-7745BE6B3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F5018-2864-7AB6-7CB4-92DB1D07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E0FDF-D3A2-CE5A-3660-45AB13749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35001-61E7-8A86-C1AA-A7CBB0C6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505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6E5A7-F629-4382-5F31-4929BE18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21D00-6F66-DE4A-507F-A224D69B8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B0576-C379-62E5-5408-E4EF0098C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3D716-93EB-883A-95FF-C4B3D4D4B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153E8-1BC0-4A72-07A1-80F5646CB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04DDE-3FDA-B1FB-E8DE-3301A832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01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E34D-EE2E-181E-A0F5-B09664F80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CB80C-D15B-1934-816F-BE6C56876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BD14F-667B-24D7-BC5C-377CFB150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A356B1-BA24-D4D5-EA50-E47064869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0D828-FE59-0D00-EDBA-EE2E1FBE4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B023D-4CDE-513F-16D6-52CA1657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2601DE-2860-079E-9A87-6E1D9B0D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7793F-D2A6-3760-1386-D467DB5F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20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FDFC-4249-C566-E808-9C76E29A4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1FF6E-2799-A1FA-469E-AE6725F7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E6CF7-E40B-523D-63A6-9DC0CD38E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980DB-3880-E28A-CEBB-304B48468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51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F83A87-17FE-BCE2-C175-A09A39C0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2E0C9-08E8-8BA5-E05A-8A35791BB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7858B-C9AF-4F5B-1343-AFD0B8532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0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BD83-00EE-20E9-7C65-7B36CB9E7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F9657-4131-E631-16D5-1931CF290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BCFA6-212F-65A4-F8AF-D0EB5F070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E01F5-DB7F-C182-E44D-5DA6CC65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D26FD-58AF-7184-1AE0-AB614D54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F2083-0268-EDB6-EBCE-8A3A2D7C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7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28C36-88BD-ACEC-A17A-57A25B1E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AD6663-8E2A-14DE-0298-CBF100112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6184D-B2B0-87CD-852C-337E3ED2B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46351-44A2-2175-C509-8AB01B5F9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0863D-8A1E-B0C6-D904-5F8057E5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32112-A4E7-E96E-C194-E0F28DA7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75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6C640-8174-9AE5-858C-9E451814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7AC95-765B-EA64-A06B-CE1F7D1A0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307EF-1277-3313-153F-61A73EEA5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354E8-8830-D48B-C77F-EB72AFCC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A6E5-EF1C-30A2-4E2B-1C18E172C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40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49268-7D03-DC86-12F3-E06F54315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F2FDB-0CEC-BBFF-306A-51037E137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40BBB-2646-CA17-F970-7187BC4D6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335E7-381B-7C30-529E-0A667258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02282-8DA1-D16D-CCFF-061FDE4D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489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BE805-EC2B-C4B8-2143-806383BF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9BE24-62EE-EB6A-6382-BBF5AEC0F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1F784-7860-E916-41C8-40872AD8C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D18CF-DB0D-4A2F-8FE9-512B1A5626EF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A7DE3-56DB-914F-C2D1-177DE6EBB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3060B-5B88-7396-1CC5-382CC8462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03A43-B8B4-4957-B6E4-709DC3826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19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2692-D883-2116-C7F4-D61E69B8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 ELIGIBILITY STREAMLIT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0DAB-B5A7-3055-08E7-DA3ABD683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–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pPr marL="0" indent="0" algn="ctr">
              <a:buNone/>
            </a:pP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0" indent="0" algn="ctr">
              <a:buNone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 A</a:t>
            </a:r>
          </a:p>
        </p:txBody>
      </p:sp>
    </p:spTree>
    <p:extLst>
      <p:ext uri="{BB962C8B-B14F-4D97-AF65-F5344CB8AC3E}">
        <p14:creationId xmlns:p14="http://schemas.microsoft.com/office/powerpoint/2010/main" val="221438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79315D-501F-51B3-E556-452D391DB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0" t="20782" r="10696" b="11977"/>
          <a:stretch>
            <a:fillRect/>
          </a:stretch>
        </p:blipFill>
        <p:spPr>
          <a:xfrm>
            <a:off x="622169" y="735291"/>
            <a:ext cx="10737129" cy="565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85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059D13-5455-6340-2251-8B360B842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5" t="21073" r="12552" b="28826"/>
          <a:stretch>
            <a:fillRect/>
          </a:stretch>
        </p:blipFill>
        <p:spPr>
          <a:xfrm>
            <a:off x="367645" y="565609"/>
            <a:ext cx="11199043" cy="4340688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BD27A7-CB02-9D0C-0014-6DC09F4B5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344769"/>
              </p:ext>
            </p:extLst>
          </p:nvPr>
        </p:nvGraphicFramePr>
        <p:xfrm>
          <a:off x="1903166" y="5028845"/>
          <a:ext cx="8127999" cy="1483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29675">
                  <a:extLst>
                    <a:ext uri="{9D8B030D-6E8A-4147-A177-3AD203B41FA5}">
                      <a16:colId xmlns:a16="http://schemas.microsoft.com/office/drawing/2014/main" val="475496010"/>
                    </a:ext>
                  </a:extLst>
                </a:gridCol>
                <a:gridCol w="4188991">
                  <a:extLst>
                    <a:ext uri="{9D8B030D-6E8A-4147-A177-3AD203B41FA5}">
                      <a16:colId xmlns:a16="http://schemas.microsoft.com/office/drawing/2014/main" val="398266981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65347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Graduation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454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33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65 –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 –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854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Useful Predictive Features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461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17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CC2392-E322-F322-51DD-84A773848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0" t="34320" r="11855" b="12122"/>
          <a:stretch>
            <a:fillRect/>
          </a:stretch>
        </p:blipFill>
        <p:spPr>
          <a:xfrm>
            <a:off x="599768" y="1700980"/>
            <a:ext cx="11136603" cy="48883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B75D2D-5DD8-04C9-EC31-63E06520AD13}"/>
              </a:ext>
            </a:extLst>
          </p:cNvPr>
          <p:cNvSpPr txBox="1"/>
          <p:nvPr/>
        </p:nvSpPr>
        <p:spPr>
          <a:xfrm>
            <a:off x="637881" y="776867"/>
            <a:ext cx="10916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- HISTOGRAMS OF NUMERIC FEATURES </a:t>
            </a:r>
          </a:p>
        </p:txBody>
      </p:sp>
    </p:spTree>
    <p:extLst>
      <p:ext uri="{BB962C8B-B14F-4D97-AF65-F5344CB8AC3E}">
        <p14:creationId xmlns:p14="http://schemas.microsoft.com/office/powerpoint/2010/main" val="2519235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A1FE4B-CBBC-7796-E31E-5A7CF5D3C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23" t="37139" r="11391" b="11103"/>
          <a:stretch>
            <a:fillRect/>
          </a:stretch>
        </p:blipFill>
        <p:spPr>
          <a:xfrm>
            <a:off x="1052052" y="1706252"/>
            <a:ext cx="10278967" cy="4892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A930E7-D582-ED3D-EC3D-C45A218FC83F}"/>
              </a:ext>
            </a:extLst>
          </p:cNvPr>
          <p:cNvSpPr txBox="1"/>
          <p:nvPr/>
        </p:nvSpPr>
        <p:spPr>
          <a:xfrm>
            <a:off x="1397524" y="1024867"/>
            <a:ext cx="9933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COUNTPLOTS OF CATEGORICAL FEATURES </a:t>
            </a:r>
          </a:p>
        </p:txBody>
      </p:sp>
    </p:spTree>
    <p:extLst>
      <p:ext uri="{BB962C8B-B14F-4D97-AF65-F5344CB8AC3E}">
        <p14:creationId xmlns:p14="http://schemas.microsoft.com/office/powerpoint/2010/main" val="1974373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6AB8B5-8B9A-DF1D-A1CB-F854FB58F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53" t="34741" r="10001" b="9940"/>
          <a:stretch>
            <a:fillRect/>
          </a:stretch>
        </p:blipFill>
        <p:spPr>
          <a:xfrm>
            <a:off x="830877" y="1708311"/>
            <a:ext cx="10770376" cy="48864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B4394F-7699-9821-AC76-0F948C8AB01F}"/>
              </a:ext>
            </a:extLst>
          </p:cNvPr>
          <p:cNvSpPr txBox="1"/>
          <p:nvPr/>
        </p:nvSpPr>
        <p:spPr>
          <a:xfrm>
            <a:off x="1542067" y="883465"/>
            <a:ext cx="106499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– CORELATION HEATMAP OF NUMERIC FEATURES </a:t>
            </a:r>
          </a:p>
        </p:txBody>
      </p:sp>
    </p:spTree>
    <p:extLst>
      <p:ext uri="{BB962C8B-B14F-4D97-AF65-F5344CB8AC3E}">
        <p14:creationId xmlns:p14="http://schemas.microsoft.com/office/powerpoint/2010/main" val="26583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91C061-FA05-7058-41CA-90DD268AC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2" t="21656" r="10387" b="9648"/>
          <a:stretch>
            <a:fillRect/>
          </a:stretch>
        </p:blipFill>
        <p:spPr>
          <a:xfrm>
            <a:off x="848411" y="346532"/>
            <a:ext cx="10765411" cy="616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628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66AA06-D45B-B09A-2254-AB25E09BF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58" t="24337" r="10716" b="10237"/>
          <a:stretch>
            <a:fillRect/>
          </a:stretch>
        </p:blipFill>
        <p:spPr>
          <a:xfrm>
            <a:off x="377073" y="497264"/>
            <a:ext cx="11246176" cy="5863472"/>
          </a:xfrm>
        </p:spPr>
      </p:pic>
    </p:spTree>
    <p:extLst>
      <p:ext uri="{BB962C8B-B14F-4D97-AF65-F5344CB8AC3E}">
        <p14:creationId xmlns:p14="http://schemas.microsoft.com/office/powerpoint/2010/main" val="2661922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9201F-F1A0-2EEC-78FB-FB4026FA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DEPTH THROUGH SQL VALIDATION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3F4DB-DA17-6C9B-FB75-2AFA0D04A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895" y="1391992"/>
            <a:ext cx="10515600" cy="4989954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SQL Queries Implemented:</a:t>
            </a:r>
          </a:p>
          <a:p>
            <a:pPr marL="0" indent="0" algn="ctr"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/>
              <a:t>Benchmarking:</a:t>
            </a:r>
            <a:r>
              <a:rPr lang="en-US" sz="2000" dirty="0"/>
              <a:t> Computed batch-wise averages for programming and soft-skills performance.</a:t>
            </a:r>
          </a:p>
          <a:p>
            <a:pPr algn="just"/>
            <a:r>
              <a:rPr lang="en-US" sz="2000" b="1" dirty="0"/>
              <a:t>Action List Automation:</a:t>
            </a:r>
            <a:r>
              <a:rPr lang="en-US" sz="2000" dirty="0"/>
              <a:t> Identified </a:t>
            </a:r>
            <a:r>
              <a:rPr lang="en-US" sz="2000" i="1" dirty="0"/>
              <a:t>“ready but not placed”</a:t>
            </a:r>
            <a:r>
              <a:rPr lang="en-US" sz="2000" dirty="0"/>
              <a:t> high-potential students for targeted intervention.</a:t>
            </a:r>
          </a:p>
          <a:p>
            <a:pPr algn="just"/>
            <a:r>
              <a:rPr lang="en-US" sz="2000" b="1" dirty="0"/>
              <a:t>Top Performer Ranking:</a:t>
            </a:r>
            <a:r>
              <a:rPr lang="en-US" sz="2000" dirty="0"/>
              <a:t> Ranked students based on combined academic, programming, and soft-skills indicators.</a:t>
            </a:r>
          </a:p>
          <a:p>
            <a:pPr algn="just"/>
            <a:r>
              <a:rPr lang="en-US" sz="2000" b="1" dirty="0"/>
              <a:t>Placement Intelligence:</a:t>
            </a:r>
            <a:r>
              <a:rPr lang="en-US" sz="2000" dirty="0"/>
              <a:t> Analyzed placement distribution, internship impact, and average package trends.</a:t>
            </a:r>
          </a:p>
          <a:p>
            <a:pPr algn="just"/>
            <a:r>
              <a:rPr lang="en-US" sz="2000" b="1" dirty="0"/>
              <a:t>Purpose:</a:t>
            </a:r>
            <a:r>
              <a:rPr lang="en-US" sz="2000" dirty="0"/>
              <a:t> Ensures insights are validated, data-driven, and operationally </a:t>
            </a:r>
            <a:r>
              <a:rPr lang="en-US" sz="2000" dirty="0" err="1"/>
              <a:t>actionab</a:t>
            </a: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566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D70D-CEA7-9315-03DF-39488822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39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(OOP)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568B-7BE1-FF98-BC0A-04FD00B98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2395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  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→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Loader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 Manager  </a:t>
            </a:r>
          </a:p>
          <a:p>
            <a:pPr marL="0" indent="0" algn="ctr"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 Architecture Implemented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Manager (Encapsulation)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database connections through connect() and close(), ensuring safe and controlled resource usage.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Loader (Separation of Concerns)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multi-table SQL LEFT JOIN, computes derived fields like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avg_softskills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centralizes all data preparation.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Manager (Abstraction)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all filtering logic using Pandas conditions, allowing the main workflow to simply call filter students().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OOP structure keeps the code modular, reusable, and easy to maintain.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</a:t>
            </a:r>
            <a:r>
              <a:rPr lang="en-IN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827860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93FFE-4A53-3FBB-8E09-43FB4B2E5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25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APPLICATION - UI VALIDATION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84F8F99-E5E2-E154-028B-CAB5A93C0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2890" y="2052547"/>
            <a:ext cx="334925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filters: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Batch, Minimum Programming Score, Minimum Average Soft Skills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output: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number of eligible students (e.g. “Eligible Students: 4”)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958EEB1-D896-9437-F8E1-D734FCD1C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33" y="1162035"/>
            <a:ext cx="11538509" cy="501492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Dashboard Insights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00FD96-5041-200C-B427-593D55FE52C1}"/>
              </a:ext>
            </a:extLst>
          </p:cNvPr>
          <p:cNvSpPr txBox="1"/>
          <p:nvPr/>
        </p:nvSpPr>
        <p:spPr>
          <a:xfrm>
            <a:off x="8735022" y="3791588"/>
            <a:ext cx="27876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shows real-time filtering and eligibility output when criteria are adjusted</a:t>
            </a:r>
            <a:r>
              <a:rPr lang="en-US" i="1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66BB73-A8F3-EDED-1C4D-9F21290C4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6" t="18126" r="5033" b="1925"/>
          <a:stretch>
            <a:fillRect/>
          </a:stretch>
        </p:blipFill>
        <p:spPr>
          <a:xfrm>
            <a:off x="433633" y="1651796"/>
            <a:ext cx="8189257" cy="464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617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5E91-E885-B45F-2243-0F4F42A5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212" y="798757"/>
            <a:ext cx="10515600" cy="85093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281192A-0D34-E732-5880-1C8C18EBD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225" y="2017336"/>
            <a:ext cx="69749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placement eligibility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 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filtering.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with: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Resume scoring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predictions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</a:t>
            </a:r>
            <a:r>
              <a:rPr lang="en-US" altLang="en-US" dirty="0">
                <a:latin typeface="Arial" panose="020B0604020202020204" pitchFamily="34" charset="0"/>
              </a:rPr>
              <a:t>ML-Based 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readiness metrics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825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344</Words>
  <Application>Microsoft Office PowerPoint</Application>
  <PresentationFormat>Widescreen</PresentationFormat>
  <Paragraphs>60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PLACEMENT ELIGIBILITY STREAMLIT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ANALYTICAL DEPTH THROUGH SQL VALIDATION</vt:lpstr>
      <vt:lpstr>OBJECT-ORIENTED PROGRAMMING (OOP) IMPLEMENTATION</vt:lpstr>
      <vt:lpstr>STREAMLIT APPLICATION - UI VALIDATION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logesh kumar</dc:creator>
  <cp:lastModifiedBy>logesh kumar</cp:lastModifiedBy>
  <cp:revision>9</cp:revision>
  <dcterms:created xsi:type="dcterms:W3CDTF">2025-12-10T08:43:52Z</dcterms:created>
  <dcterms:modified xsi:type="dcterms:W3CDTF">2025-12-10T12:08:31Z</dcterms:modified>
</cp:coreProperties>
</file>